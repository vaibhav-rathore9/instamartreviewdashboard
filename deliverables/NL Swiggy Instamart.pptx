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C8019"/>
                </a:solidFill>
                <a:latin typeface="Arial"/>
              </a:rPr>
              <a:t>Swiggy Instamart ·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MACs buy from the same aisles every month —
habit, not awareness, is the growth leak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AI discovery engine + validated research + deployed Basket-Gap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Arial"/>
              </a:rPr>
              <a:t>North-star: raise % of MACs who buy ≥1 new category each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Arial"/>
              </a:rPr>
              <a:t>• Examples: groceries → pet · snacks → personal care · household → baby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Arial"/>
              </a:rPr>
              <a:t>• Today’s behavior is replenishment-first: same search queries, same SKUs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Arial"/>
              </a:rPr>
              <a:t>• Winning means unlocking adjacency categories without breaking the 10-min job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Arial"/>
              </a:rPr>
              <a:t>• Chosen product: Swiggy Instamart (standalone app + ecosystem)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AI engine: reorder habit + search tunnel + first-buy risk dominate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Corpus: Play Store + App Store (Instamart/Swiggy/Blinkit/Zepto/BigBasket) + Reddit RSS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Top themes: habit autopilot, search-first navigation, quality anxiety, time pressure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Users discover via typed search &amp; past orders — not category browse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Every insight carries quote IDs; validation scorecard on /workflow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Live demo: paste a review → Groq classification in the workflow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How the review-analysis workflow works (testable live)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20116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8019"/>
                </a:solidFill>
                <a:latin typeface="Arial"/>
              </a:rP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83464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Play/App/Reddit scrapers → JSONL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208" y="20116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8019"/>
                </a:solidFill>
                <a:latin typeface="Arial"/>
              </a:rPr>
              <a:t>2. Normalize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83464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Dedupe · language · substance 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20116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8019"/>
                </a:solidFill>
                <a:latin typeface="Arial"/>
              </a:rPr>
              <a:t>3. 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83464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Groq gpt-oss → blockers &amp;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20116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8019"/>
                </a:solidFill>
                <a:latin typeface="Arial"/>
              </a:rPr>
              <a:t>4. Theme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9208" y="283464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Cluster + name themes with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8" y="2011680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C8019"/>
                </a:solidFill>
                <a:latin typeface="Arial"/>
              </a:rPr>
              <a:t>5.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208" y="283464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Gold set · κ · triangulation · citations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5AAC"/>
                </a:solidFill>
                <a:latin typeface="Arial"/>
              </a:rPr>
              <a:t>Link: /workflow  ·  Re-run: npm run scrape:all &amp;&amp; npm run pipeline &amp;&amp; npm run pipeline:validate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6 interviews validate habit &amp; risk — and challenge “price is #1”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Segment: replenishment-heavy users who buy pet/baby/care/pharmacy elsewhere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Validated: reorder autopilot, search tunnel, first-purchase risk, ops trust multiplier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Challenged: price opacity as primary blocker for adjacency (trust/size/replace win)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Challenged: UI alone — users also frame Instamart as a “kitchen-only” mental aisle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Artefact: /research/research-pack.md (screener, guide, transcripts, matrix)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Problem: first buys in new categories feel costly under a kitchen-only habit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Target: urban MACs (25–40) with weekly grocery/snack reorders + offline adjacency spend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Root cause: search-led habits + first-purchase risk + mental model silo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Workarounds: Blinkit/Zepto multi-home, chemist, pet store, supermarket care aisle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User value: one less app/store switch with trusted starter baskets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Business value: ↑ % MACs with new category / month → AOV, retention, category depth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MVP: Basket-Gap Agent — trigger-timed, de-risked 3-SKU first baskets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Infer household context from reorder graph (pet, toddler, gym, allergies)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Detect categories the household almost certainly buys elsewhere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Generate 3 SKUs with plain-language reason + price anchor + risk reversal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Time the nudge to a trigger (restock cycle, season, life stage) — not a generic carousel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Deployed at /agent with seeded personas + live Groq 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Production MVP: pick a persona, see the gap, chat the agent, add a trial SKU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Personas: Pet parent · Snack repeater · Family/toddler · WFH cook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Mobile UI mirrors Instamart “For you · New for your home” placement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Agent explains why these 3 and how replace promises remove fear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Falls back to cached replies if Groq rate-limits during evaluation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Link: /agent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Arial"/>
              </a:rPr>
              <a:t>Success metric: new-category MAC rate — leading indicators on trial &amp;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Primary: % MACs with ≥1 order in a category new-to-them in the last 30 days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Leading: shortlist CTR · add-to-cart · first-order completion in gap category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Quality: replace/refund rate on first-timer SKUs (must not rise)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Guardrail: do not hurt grocery replenishment conversion / ETA satisfaction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Rollout: pet + baby cohorts first (highest interview willingness)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Arial"/>
              </a:rPr>
              <a:t>Deliverables: workflow, research pack, and deployed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Review analysis workflow (live): /workflow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Basket-Gap Agent MVP (production): /agent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Research pack (screener, guide, 6 interviews, matrix): /research/research-pack.md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Problem &amp; synthesis summary: /research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Arial"/>
              </a:rPr>
              <a:t>• Stack: Next.js · Groq openai/gpt-oss-120b · Vercel · Play/App/Reddit scrapers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